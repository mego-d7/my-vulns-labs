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-761" y="-8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FD434-B63D-44AE-8A96-929FA8ECA46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9CD76-3E17-4847-A3DB-AC0A5D0B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455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FD434-B63D-44AE-8A96-929FA8ECA46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9CD76-3E17-4847-A3DB-AC0A5D0B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496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FD434-B63D-44AE-8A96-929FA8ECA46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9CD76-3E17-4847-A3DB-AC0A5D0B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572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FD434-B63D-44AE-8A96-929FA8ECA46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9CD76-3E17-4847-A3DB-AC0A5D0B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2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FD434-B63D-44AE-8A96-929FA8ECA46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9CD76-3E17-4847-A3DB-AC0A5D0B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07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FD434-B63D-44AE-8A96-929FA8ECA46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9CD76-3E17-4847-A3DB-AC0A5D0B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943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FD434-B63D-44AE-8A96-929FA8ECA46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9CD76-3E17-4847-A3DB-AC0A5D0B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377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FD434-B63D-44AE-8A96-929FA8ECA46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9CD76-3E17-4847-A3DB-AC0A5D0B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643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FD434-B63D-44AE-8A96-929FA8ECA46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9CD76-3E17-4847-A3DB-AC0A5D0B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166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FD434-B63D-44AE-8A96-929FA8ECA46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9CD76-3E17-4847-A3DB-AC0A5D0B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28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FD434-B63D-44AE-8A96-929FA8ECA46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9CD76-3E17-4847-A3DB-AC0A5D0B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11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FD434-B63D-44AE-8A96-929FA8ECA465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9CD76-3E17-4847-A3DB-AC0A5D0BB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825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5475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C:\Users\$_ME90\Desktop\Screenshot 2026-02-05 07552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14400"/>
            <a:ext cx="6629400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04800" y="181548"/>
            <a:ext cx="2057400" cy="4616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5">
                    <a:lumMod val="40000"/>
                    <a:lumOff val="60000"/>
                  </a:schemeClr>
                </a:solidFill>
              </a:rPr>
              <a:t>Code Example:</a:t>
            </a:r>
            <a:endParaRPr lang="en-US" sz="24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" y="914400"/>
            <a:ext cx="2667000" cy="990600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04800" y="1981200"/>
            <a:ext cx="3124200" cy="1219200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04800" y="3330054"/>
            <a:ext cx="4572000" cy="479946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04800" y="3939654"/>
            <a:ext cx="3962400" cy="1165746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04800" y="5257800"/>
            <a:ext cx="4114800" cy="685800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199460" y="643213"/>
            <a:ext cx="318478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To define Express for use,</a:t>
            </a:r>
          </a:p>
          <a:p>
            <a:pPr algn="ctr"/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 Convert the incoming data to JSON,</a:t>
            </a:r>
          </a:p>
          <a:p>
            <a:pPr algn="ctr"/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 If it is in HTML format,</a:t>
            </a:r>
          </a:p>
          <a:p>
            <a:pPr algn="ctr"/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 Decode it and then use it.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19600" y="1828800"/>
            <a:ext cx="474450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To create a POST route in Express called </a:t>
            </a:r>
            <a:r>
              <a:rPr lang="en-US" sz="1600" b="1" dirty="0" smtClean="0">
                <a:solidFill>
                  <a:schemeClr val="accent6">
                    <a:lumMod val="75000"/>
                  </a:schemeClr>
                </a:solidFill>
              </a:rPr>
              <a:t>/update-user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, </a:t>
            </a:r>
          </a:p>
          <a:p>
            <a:pPr algn="ctr"/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and inside it define a default user object</a:t>
            </a:r>
          </a:p>
          <a:p>
            <a:pPr algn="ctr"/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 that contains basic user information </a:t>
            </a:r>
          </a:p>
          <a:p>
            <a:pPr algn="ctr"/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(name, role, and admin status) </a:t>
            </a:r>
          </a:p>
          <a:p>
            <a:pPr algn="ctr"/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which will be used during the request handling.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56764" y="3301425"/>
            <a:ext cx="2696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To merging the incoming data </a:t>
            </a:r>
          </a:p>
          <a:p>
            <a:pPr algn="ctr"/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W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ith the object “user”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19430" y="4272718"/>
            <a:ext cx="29448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Send a response to the web page</a:t>
            </a:r>
          </a:p>
          <a:p>
            <a:pPr algn="ctr"/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With message and the user data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89562" y="5321855"/>
            <a:ext cx="22045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Define the listening port</a:t>
            </a:r>
          </a:p>
          <a:p>
            <a:pPr algn="ctr"/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For example : 3000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3429000" y="1181822"/>
            <a:ext cx="838200" cy="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581400" y="2573894"/>
            <a:ext cx="838200" cy="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4419600" y="4565105"/>
            <a:ext cx="838200" cy="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4692555" y="5614242"/>
            <a:ext cx="838200" cy="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4976530" y="3604202"/>
            <a:ext cx="480234" cy="1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7144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2" grpId="0" animBg="1"/>
      <p:bldP spid="13" grpId="0" animBg="1"/>
      <p:bldP spid="14" grpId="0" animBg="1"/>
      <p:bldP spid="6" grpId="0"/>
      <p:bldP spid="8" grpId="0"/>
      <p:bldP spid="9" grpId="0"/>
      <p:bldP spid="10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$_ME90\Desktop\Screenshot 2026-02-05 075908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374" b="8713"/>
          <a:stretch/>
        </p:blipFill>
        <p:spPr bwMode="auto">
          <a:xfrm>
            <a:off x="304800" y="974678"/>
            <a:ext cx="3653051" cy="1823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:\Users\$_ME90\Desktop\Screenshot 2026-02-05 075639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132"/>
          <a:stretch/>
        </p:blipFill>
        <p:spPr bwMode="auto">
          <a:xfrm>
            <a:off x="234259" y="3794078"/>
            <a:ext cx="3723592" cy="2162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04800" y="181548"/>
            <a:ext cx="3276600" cy="4616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5">
                    <a:lumMod val="40000"/>
                    <a:lumOff val="60000"/>
                  </a:schemeClr>
                </a:solidFill>
              </a:rPr>
              <a:t>Assign function example:</a:t>
            </a:r>
            <a:endParaRPr lang="en-US" sz="24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914400"/>
            <a:ext cx="3871112" cy="1981200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04800" y="3721068"/>
            <a:ext cx="3941653" cy="2298732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419600" y="1752600"/>
            <a:ext cx="838200" cy="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419600" y="4876800"/>
            <a:ext cx="838200" cy="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953000" y="1224514"/>
            <a:ext cx="4209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</a:rPr>
              <a:t>Assign function to merging </a:t>
            </a:r>
          </a:p>
          <a:p>
            <a:pPr algn="ctr"/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</a:rPr>
              <a:t>The incoming user data with</a:t>
            </a:r>
          </a:p>
          <a:p>
            <a:pPr algn="ctr"/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</a:rPr>
              <a:t>The main object of user data</a:t>
            </a:r>
          </a:p>
          <a:p>
            <a:pPr algn="ctr"/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</a:rPr>
              <a:t>Like “user” object in the previous page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00362" y="4267200"/>
            <a:ext cx="311463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Example of data format</a:t>
            </a:r>
          </a:p>
          <a:p>
            <a:pPr algn="ctr"/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After successful PP injection</a:t>
            </a:r>
          </a:p>
          <a:p>
            <a:pPr algn="ctr"/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And modifying the </a:t>
            </a:r>
            <a:endParaRPr lang="en-US" sz="20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</a:rPr>
              <a:t>Administrator's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role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4800" y="3047999"/>
            <a:ext cx="2819400" cy="4616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5">
                    <a:lumMod val="40000"/>
                    <a:lumOff val="60000"/>
                  </a:schemeClr>
                </a:solidFill>
              </a:rPr>
              <a:t>Data format after PP:</a:t>
            </a:r>
            <a:endParaRPr lang="en-US" sz="24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5659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C:\Users\$_ME90\Desktop\Screenshot 2026-02-05 08015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87" y="1066800"/>
            <a:ext cx="3841750" cy="978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5" descr="C:\Users\$_ME90\Desktop\Screenshot 2026-02-05 08025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10" y="3405472"/>
            <a:ext cx="4248150" cy="250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C:\Users\$_ME90\Desktop\Screenshot 2026-02-05 075601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512"/>
          <a:stretch/>
        </p:blipFill>
        <p:spPr bwMode="auto">
          <a:xfrm>
            <a:off x="4634553" y="3322128"/>
            <a:ext cx="4331494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34287" y="181548"/>
            <a:ext cx="3886200" cy="4616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5">
                    <a:lumMod val="40000"/>
                    <a:lumOff val="60000"/>
                  </a:schemeClr>
                </a:solidFill>
              </a:rPr>
              <a:t>Client-Side injection </a:t>
            </a:r>
            <a:r>
              <a:rPr lang="en-US" sz="2400" dirty="0" smtClean="0">
                <a:solidFill>
                  <a:schemeClr val="accent5">
                    <a:lumMod val="40000"/>
                    <a:lumOff val="60000"/>
                  </a:schemeClr>
                </a:solidFill>
              </a:rPr>
              <a:t>Example:</a:t>
            </a:r>
            <a:endParaRPr lang="en-US" sz="24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8600" y="2514600"/>
            <a:ext cx="3962400" cy="4616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5">
                    <a:lumMod val="40000"/>
                    <a:lumOff val="60000"/>
                  </a:schemeClr>
                </a:solidFill>
              </a:rPr>
              <a:t>Server-Side injection </a:t>
            </a:r>
            <a:r>
              <a:rPr lang="en-US" sz="2400" dirty="0" smtClean="0">
                <a:solidFill>
                  <a:schemeClr val="accent5">
                    <a:lumMod val="40000"/>
                    <a:lumOff val="60000"/>
                  </a:schemeClr>
                </a:solidFill>
              </a:rPr>
              <a:t>Example:</a:t>
            </a:r>
            <a:endParaRPr lang="en-US" sz="24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4287" y="914399"/>
            <a:ext cx="3124200" cy="1219201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28600" y="3276600"/>
            <a:ext cx="4114800" cy="2629185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648200" y="3276600"/>
            <a:ext cx="4204647" cy="1249871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917346" y="6172200"/>
            <a:ext cx="39355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</a:rPr>
              <a:t>{  “__proto__”: {  “</a:t>
            </a:r>
            <a:r>
              <a:rPr lang="en-US" sz="2000" dirty="0" err="1" smtClean="0">
                <a:solidFill>
                  <a:schemeClr val="accent6">
                    <a:lumMod val="75000"/>
                  </a:schemeClr>
                </a:solidFill>
              </a:rPr>
              <a:t>isAdmin</a:t>
            </a:r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</a:rPr>
              <a:t>” : true } }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452" y="6172200"/>
            <a:ext cx="2864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</a:rPr>
              <a:t>?__proto__.</a:t>
            </a:r>
            <a:r>
              <a:rPr lang="en-US" sz="2000" dirty="0" err="1" smtClean="0">
                <a:solidFill>
                  <a:schemeClr val="accent6">
                    <a:lumMod val="75000"/>
                  </a:schemeClr>
                </a:solidFill>
              </a:rPr>
              <a:t>isAdmin</a:t>
            </a:r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</a:rPr>
              <a:t>=true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Right Arrow 1"/>
          <p:cNvSpPr/>
          <p:nvPr/>
        </p:nvSpPr>
        <p:spPr>
          <a:xfrm>
            <a:off x="3886200" y="6324600"/>
            <a:ext cx="609600" cy="200055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056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/>
      <p:bldP spid="14" grpId="0"/>
      <p:bldP spid="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178</Words>
  <Application>Microsoft Office PowerPoint</Application>
  <PresentationFormat>On-screen Show (4:3)</PresentationFormat>
  <Paragraphs>30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$_ME90</dc:creator>
  <cp:lastModifiedBy>$_ME90</cp:lastModifiedBy>
  <cp:revision>14</cp:revision>
  <dcterms:created xsi:type="dcterms:W3CDTF">2026-02-07T16:35:31Z</dcterms:created>
  <dcterms:modified xsi:type="dcterms:W3CDTF">2026-02-07T20:30:32Z</dcterms:modified>
</cp:coreProperties>
</file>