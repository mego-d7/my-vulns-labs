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4" r:id="rId6"/>
    <p:sldId id="266" r:id="rId7"/>
    <p:sldId id="265" r:id="rId8"/>
    <p:sldId id="267" r:id="rId9"/>
    <p:sldId id="261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1317" y="-8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11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24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1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5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65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7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7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26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14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chemeClr val="accent1">
                <a:lumMod val="50000"/>
              </a:schemeClr>
            </a:gs>
            <a:gs pos="93000">
              <a:schemeClr val="tx1">
                <a:lumMod val="95000"/>
                <a:lumOff val="5000"/>
              </a:schemeClr>
            </a:gs>
            <a:gs pos="0">
              <a:schemeClr val="accent1">
                <a:lumMod val="50000"/>
              </a:schemeClr>
            </a:gs>
            <a:gs pos="50000">
              <a:schemeClr val="tx1"/>
            </a:gs>
            <a:gs pos="100000">
              <a:schemeClr val="tx1">
                <a:lumMod val="75000"/>
                <a:lumOff val="2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983CB-2649-45E2-98F3-9341D41BA6E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BA651-1EF0-408D-80DD-611028077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228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6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5638800" y="381000"/>
            <a:ext cx="3276600" cy="2362200"/>
          </a:xfrm>
          <a:prstGeom prst="roundRect">
            <a:avLst/>
          </a:prstGeom>
          <a:noFill/>
          <a:ln>
            <a:solidFill>
              <a:srgbClr val="FF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784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Understanding Javascript Objects. An object in JavaScript is a collection…  | by Omkar Bhavare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093" y="0"/>
            <a:ext cx="9205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98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What causes Prototype Pollution vulnerability in Javascrip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29"/>
          <a:stretch/>
        </p:blipFill>
        <p:spPr bwMode="auto">
          <a:xfrm>
            <a:off x="-4273" y="0"/>
            <a:ext cx="9148274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667000"/>
            <a:ext cx="9144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32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65085" y="381000"/>
            <a:ext cx="3920047" cy="707886"/>
          </a:xfrm>
          <a:prstGeom prst="rect">
            <a:avLst/>
          </a:prstGeom>
          <a:solidFill>
            <a:schemeClr val="tx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What’s Prototype</a:t>
            </a:r>
            <a:endParaRPr lang="en-US" sz="4000" b="1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9" name="Picture 5" descr="JavaScript Prototyp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238374"/>
            <a:ext cx="4698952" cy="423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JavaScript Prototyp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343400"/>
            <a:ext cx="4086225" cy="126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Elbow Connector 8"/>
          <p:cNvCxnSpPr/>
          <p:nvPr/>
        </p:nvCxnSpPr>
        <p:spPr>
          <a:xfrm>
            <a:off x="2084085" y="5762626"/>
            <a:ext cx="1954515" cy="457200"/>
          </a:xfrm>
          <a:prstGeom prst="bentConnector3">
            <a:avLst>
              <a:gd name="adj1" fmla="val -282"/>
            </a:avLst>
          </a:prstGeom>
          <a:ln>
            <a:solidFill>
              <a:srgbClr val="FFFF00"/>
            </a:solidFill>
            <a:tailEnd type="arrow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8" y="2238374"/>
            <a:ext cx="4103687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2" name="Straight Arrow Connector 21"/>
          <p:cNvCxnSpPr/>
          <p:nvPr/>
        </p:nvCxnSpPr>
        <p:spPr>
          <a:xfrm>
            <a:off x="2057400" y="3581400"/>
            <a:ext cx="0" cy="609600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698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24200"/>
            <a:ext cx="70104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"/>
            <a:ext cx="70104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70843"/>
            <a:ext cx="7010400" cy="1224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715000"/>
            <a:ext cx="70104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Down Arrow 15"/>
          <p:cNvSpPr/>
          <p:nvPr/>
        </p:nvSpPr>
        <p:spPr>
          <a:xfrm>
            <a:off x="443669" y="533400"/>
            <a:ext cx="152400" cy="5791200"/>
          </a:xfrm>
          <a:prstGeom prst="downArrow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89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34950"/>
            <a:ext cx="6553200" cy="189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343400"/>
            <a:ext cx="65532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own Arrow 5"/>
          <p:cNvSpPr/>
          <p:nvPr/>
        </p:nvSpPr>
        <p:spPr>
          <a:xfrm>
            <a:off x="4076700" y="2819400"/>
            <a:ext cx="990600" cy="914400"/>
          </a:xfrm>
          <a:prstGeom prst="downArrow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99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152400"/>
            <a:ext cx="2388475" cy="707886"/>
          </a:xfrm>
          <a:prstGeom prst="rect">
            <a:avLst/>
          </a:prstGeom>
          <a:solidFill>
            <a:schemeClr val="tx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0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1:</a:t>
            </a:r>
            <a:endParaRPr lang="en-US" sz="4000" b="1" i="1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3352800"/>
            <a:ext cx="2388475" cy="707886"/>
          </a:xfrm>
          <a:prstGeom prst="rect">
            <a:avLst/>
          </a:prstGeom>
          <a:solidFill>
            <a:schemeClr val="tx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0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2:</a:t>
            </a:r>
            <a:endParaRPr lang="en-US" sz="4000" b="1" i="1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066800"/>
            <a:ext cx="6096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267201"/>
            <a:ext cx="60960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0462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70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1295401"/>
            <a:ext cx="5341588" cy="2819400"/>
          </a:xfrm>
        </p:spPr>
      </p:pic>
      <p:sp>
        <p:nvSpPr>
          <p:cNvPr id="5" name="TextBox 4"/>
          <p:cNvSpPr txBox="1"/>
          <p:nvPr/>
        </p:nvSpPr>
        <p:spPr>
          <a:xfrm>
            <a:off x="3429000" y="381000"/>
            <a:ext cx="1992212" cy="707886"/>
          </a:xfrm>
          <a:prstGeom prst="rect">
            <a:avLst/>
          </a:prstGeom>
          <a:solidFill>
            <a:schemeClr val="tx1"/>
          </a:solidFill>
          <a:ln>
            <a:solidFill>
              <a:schemeClr val="accent5">
                <a:lumMod val="40000"/>
                <a:lumOff val="60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0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en-US" sz="4000" b="1" i="1" dirty="0"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2" descr="C:\Users\$_ME90\Desktop\Screenshot 2026-01-23 0203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672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70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9</Words>
  <Application>Microsoft Office PowerPoint</Application>
  <PresentationFormat>On-screen Show (4:3)</PresentationFormat>
  <Paragraphs>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$_ME90</dc:creator>
  <cp:lastModifiedBy>$_ME90</cp:lastModifiedBy>
  <cp:revision>13</cp:revision>
  <dcterms:created xsi:type="dcterms:W3CDTF">2026-01-23T10:46:02Z</dcterms:created>
  <dcterms:modified xsi:type="dcterms:W3CDTF">2026-01-24T12:28:20Z</dcterms:modified>
</cp:coreProperties>
</file>