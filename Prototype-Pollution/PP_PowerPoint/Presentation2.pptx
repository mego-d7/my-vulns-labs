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317" y="-8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56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8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5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8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30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4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8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8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6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1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D0CBE-6E95-4D77-89AC-5BBF892AE0D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8D69B-8B65-40EC-9F9C-63F6ACC1B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2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50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53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5385" y="304800"/>
            <a:ext cx="5307415" cy="52322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FF00"/>
                </a:solidFill>
              </a:rPr>
              <a:t>How to find The PP in the Web APP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9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17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$_ME90\Desktop\Screenshot 2026-02-01 0856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9" y="762000"/>
            <a:ext cx="6342062" cy="293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$_ME90\Desktop\Screenshot 2026-02-01 08565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0"/>
            <a:ext cx="3833812" cy="2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1769" y="196334"/>
            <a:ext cx="1575111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rgbClr val="00B0F0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Code Example: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1768" y="5638800"/>
            <a:ext cx="1823961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rgbClr val="00B0F0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Payload Example: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91212" y="609600"/>
            <a:ext cx="31738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Take the values from URL</a:t>
            </a: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Then saving it as a Object’s data</a:t>
            </a: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In the “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userInput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”.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1769" y="762000"/>
            <a:ext cx="4999831" cy="6858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334000" y="1071265"/>
            <a:ext cx="5334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1769" y="2819399"/>
            <a:ext cx="2409031" cy="8794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1769" y="4495800"/>
            <a:ext cx="38529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If the value of the key “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isAdmin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” = True</a:t>
            </a: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That in the Object “user” will display</a:t>
            </a: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The admin panel.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057400" y="3886200"/>
            <a:ext cx="0" cy="5334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81768" y="1600200"/>
            <a:ext cx="3018632" cy="10668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505200" y="2154527"/>
            <a:ext cx="54248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Start with a basic settings object called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config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hat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has one default value: { theme: "dark" }. 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Then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take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every key-value pair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that came from the URL 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stored in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userInput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copy / overwrite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them 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nto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config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object.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So if the URL contains for example: 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theme=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light&amp;language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arabic&amp;fontSize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=18</a:t>
            </a:r>
            <a:endParaRPr lang="en-US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cxnSp>
        <p:nvCxnSpPr>
          <p:cNvPr id="32" name="Elbow Connector 31"/>
          <p:cNvCxnSpPr/>
          <p:nvPr/>
        </p:nvCxnSpPr>
        <p:spPr>
          <a:xfrm>
            <a:off x="3435350" y="1739722"/>
            <a:ext cx="2508250" cy="457200"/>
          </a:xfrm>
          <a:prstGeom prst="bentConnector3">
            <a:avLst>
              <a:gd name="adj1" fmla="val 100084"/>
            </a:avLst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084446" y="5638800"/>
            <a:ext cx="3782954" cy="358497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Elbow Connector 44"/>
          <p:cNvCxnSpPr/>
          <p:nvPr/>
        </p:nvCxnSpPr>
        <p:spPr>
          <a:xfrm>
            <a:off x="6248400" y="5791200"/>
            <a:ext cx="533400" cy="457200"/>
          </a:xfrm>
          <a:prstGeom prst="bentConnector3">
            <a:avLst>
              <a:gd name="adj1" fmla="val 99666"/>
            </a:avLst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81600" y="6400800"/>
            <a:ext cx="3115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onfig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.__proto__.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isAdmin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=true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Down Arrow 46"/>
          <p:cNvSpPr/>
          <p:nvPr/>
        </p:nvSpPr>
        <p:spPr>
          <a:xfrm>
            <a:off x="5856879" y="4229100"/>
            <a:ext cx="1229721" cy="381000"/>
          </a:xfrm>
          <a:prstGeom prst="downArrow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177497" y="4812268"/>
            <a:ext cx="2518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config.theme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=light, etc…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03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  <p:bldP spid="6" grpId="0" animBg="1"/>
      <p:bldP spid="10" grpId="0" animBg="1"/>
      <p:bldP spid="14" grpId="0"/>
      <p:bldP spid="18" grpId="0" animBg="1"/>
      <p:bldP spid="21" grpId="0"/>
      <p:bldP spid="42" grpId="0" animBg="1"/>
      <p:bldP spid="46" grpId="0"/>
      <p:bldP spid="47" grpId="0" animBg="1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121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$_ME90</dc:creator>
  <cp:lastModifiedBy>$_ME90</cp:lastModifiedBy>
  <cp:revision>13</cp:revision>
  <dcterms:created xsi:type="dcterms:W3CDTF">2026-02-01T17:02:27Z</dcterms:created>
  <dcterms:modified xsi:type="dcterms:W3CDTF">2026-02-01T22:48:04Z</dcterms:modified>
</cp:coreProperties>
</file>